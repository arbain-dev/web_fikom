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443B7-D14B-419A-B409-EFC537FB7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D9862-9813-48F3-8ABB-4AA575DD2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18D62-D45D-4F6D-B189-56CDBB55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646B0-B0EB-4058-879F-2A6AF8FF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15BD9-32A6-43E7-A695-38F85C656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5698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92518-C9B6-4B49-A542-F5E17E580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3317-6D94-47C7-9CF1-9A7CF77BF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7A6EE-4732-402B-A0D9-8FB77CBF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A06A99-93DD-419D-8663-26668C741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19875-0E5F-4096-89B8-DE5DFB63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3805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D4D19-9E47-4A27-88AA-C86800E91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6491D-9938-497F-9F42-D6D3F80E68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FEAC1-A6FA-49F6-AA62-1325463B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EF1F-F9E8-47E3-80BF-0A9A19D53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266E4E-32FC-4CAF-9885-4BC77833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2419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ECA1-9DE3-47C9-A0E3-FB3CE5BD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820F8-D652-43C9-BEF1-B635862CAC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4A261-6618-4B9C-82AB-D776363C66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9E13C-6EB3-4E68-ADDA-A358EB667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5E232E-ED67-4DA7-A4FD-AC34DC05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DDFBB-74EE-4BF3-AFE0-408E4998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9157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95FC0-4F93-46ED-8D22-BB636D07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E9E1C-83CD-4740-AB0F-2BE4C5DC82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80D22-130E-48D4-AB4A-49C0AA192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82BAED-86DE-49E8-A101-623409CD86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47FEC2-37EB-40A2-B775-BDD238B94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1C4EA2-4E4C-437C-9827-5D22F1123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1BD037-5189-4600-876A-CDACDA44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FAE3E4-72BF-4E67-AE2E-B1D7AF09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21260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39FEC-FEDA-43A6-9F00-B4A8A065C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FBDD7B-90F4-4F29-9CD4-4AA0EA7E7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3464A-3F6D-4D0C-9E18-448AC7F8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2521C-D14C-4D61-A586-CB388B8C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26410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19905-52F6-4A21-BC86-FE09F262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7075E9-9E38-4772-96AA-B0035D831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28FF1-3736-44B5-AB4B-FB970F2F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95905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C867-D9FF-41BD-921A-E590CB0E4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49097-6B38-4B07-BBBC-BC24DB079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98338B-60D0-4788-9790-E4585AC88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F34448-EED5-477F-A9B1-91EC43BF1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76A73-E62C-4C3E-981F-6B73F3454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0F034-1953-4427-930E-3B8A2EFA5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9658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588C4-BBD0-4A8F-920E-6ECE18CF4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A955B-D07A-4317-A92D-9A32AC0FAE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70C38-D68A-40D1-BDD3-8AB312C5D5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F5DD6-06D6-4CD7-91E7-A08C1869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B586F-4F71-45C8-90DB-FD668F5A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FC6C2-433F-4C3B-8CC3-D80526199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409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BDCC-1693-480D-9C3F-5DA4EC74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0A922-9D07-40C9-9B06-5950498DC0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468A7-442A-4639-B087-A28A78CBA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836F9-3818-4047-A1E4-7499936D3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86A8D7-5E7F-44A4-82E0-9AF7FB69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55469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3720EE-EECB-4233-97F6-82B94E129D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FD103-5334-49FA-A151-B4BE1F4AE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7F056-ED67-45DA-9F63-7ED10486A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8B8F3-CA77-4CB5-9EBA-532036967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2FCB5-C250-4E13-9D3D-B9EAD09C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94334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BE367-FD88-4C7C-B9DB-8D893DAFA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DA16E-8C07-45CC-8FD4-A2F03672F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986F1-4B08-42C3-B25B-1481B1423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3A01F-0C23-40F1-B5D6-01DA4E8547D3}" type="datetimeFigureOut">
              <a:rPr lang="id-ID" smtClean="0"/>
              <a:t>07/09/2025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EE6A3-A763-4283-BEE3-26EE3DE8F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8E662-3665-41C6-8EA8-E320D4DD2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BA3A49-448D-4CE3-8C6F-DB5FED40E041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47065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E3C3D-D783-492B-9BF9-0FFE135F62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fdds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E316E-DCF8-42A0-B9D9-52FB5EDEA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09805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fdds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fdds</dc:title>
  <dc:creator>Arbain</dc:creator>
  <cp:lastModifiedBy>Arbain</cp:lastModifiedBy>
  <cp:revision>1</cp:revision>
  <dcterms:created xsi:type="dcterms:W3CDTF">2025-09-07T01:18:06Z</dcterms:created>
  <dcterms:modified xsi:type="dcterms:W3CDTF">2025-09-07T01:18:09Z</dcterms:modified>
</cp:coreProperties>
</file>